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Ma'lumotlar Bazasi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PostgreSQL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371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Asoslardan amaliyotgacha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| SQL | NoSQL | Vector DB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Tarixga qaytamiz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325880"/>
            <a:ext cx="54864" cy="77724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Qadim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1673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Qo'lda yozuv — qog'ozga ma'lumot yozilardi. Qidirish qiyin, xatolar ko'p, yangilash sekin.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22402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0487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1950-60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71600" y="2587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tizimi — har bir dastur o'z formatida fayl yaratadi. Ma'lumot takrorlanib, tartibsiz bo'lardi.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31546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1960-lar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71600" y="3502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IMS — daraxt (tree) va tarmoq (graph) modellari. Lekin boshqarish murakkab edi.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406908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3367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1970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371600" y="44165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F. Codd — relyatsion model: jadvallar, ustunlar, kalitlar. Oracle, MySQL, PostgreSQL paydo bo'ldi.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Ma'lumotlar bazasi turlari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260604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1325880" y="1600200"/>
            <a:ext cx="822960" cy="82296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830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9436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Relyatsion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85800" y="33375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Qat'iy qoida, bog'liqlik va tranzaksiyalar uchun. Oracle, MySQL, PostgreSQL.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37560" y="12801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37560" y="1280160"/>
            <a:ext cx="26060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0"/>
          <p:cNvSpPr/>
          <p:nvPr/>
        </p:nvSpPr>
        <p:spPr>
          <a:xfrm>
            <a:off x="4206240" y="1600200"/>
            <a:ext cx="822960" cy="82296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830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7472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NoSQL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47472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SQL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566160" y="33375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Tezkor va moslashuvchan. Redis, MongoDB, Cassandra, Neo4j.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12801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1280160"/>
            <a:ext cx="26060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6"/>
          <p:cNvSpPr/>
          <p:nvPr/>
        </p:nvSpPr>
        <p:spPr>
          <a:xfrm>
            <a:off x="7086600" y="1600200"/>
            <a:ext cx="822960" cy="82296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783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508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DB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35508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bazasi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46520" y="33375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Ma'no asosida qidiruv. Pinecone, Milvus, Weaviate. AI va semantik izlash uchun.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NoSQL bazalar turlari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4"/>
          <p:cNvSpPr/>
          <p:nvPr/>
        </p:nvSpPr>
        <p:spPr>
          <a:xfrm>
            <a:off x="3017520" y="1508760"/>
            <a:ext cx="1188720" cy="27432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01752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O'ta tezkor, in-memory database. Keshlar uchun ishlatiladi.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3716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37160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Shape 10"/>
          <p:cNvSpPr/>
          <p:nvPr/>
        </p:nvSpPr>
        <p:spPr>
          <a:xfrm>
            <a:off x="7360920" y="1508760"/>
            <a:ext cx="1188720" cy="27432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74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07492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JSON'da saqlaydi, document database.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2004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20040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6"/>
          <p:cNvSpPr/>
          <p:nvPr/>
        </p:nvSpPr>
        <p:spPr>
          <a:xfrm>
            <a:off x="3017520" y="3337560"/>
            <a:ext cx="1188720" cy="27432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01752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Wide-Column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15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Cassandra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152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loglar va sensor ma'lumotlar uchun.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800600" y="32004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320040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hape 22"/>
          <p:cNvSpPr/>
          <p:nvPr/>
        </p:nvSpPr>
        <p:spPr>
          <a:xfrm>
            <a:off x="7360920" y="3337560"/>
            <a:ext cx="1188720" cy="27432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36092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749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Neo4j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07492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Tarmoqlar va aloqalarni tahlil qilish uchun.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"Hello World!" — PostgreSQL'da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 orqali birinchi SQL so'rov: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'Hello World';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7863840" cy="1280160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0632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?column?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Hello World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 row)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Jadval anatomiyasi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Azizbek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Toshkent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+998 90 1234567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Samarqand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+998 91 7654321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Buxoro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+998 93 1112233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4612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515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Ustun (Column)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320040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turdagi ma'lumotni saqlaydi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9476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Satr (Row)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320040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obyekt haqida to'liq ma'lumot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4340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Jadval nomi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320040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mavzuga tegishli — masalan: mijozlar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Ma'lumot turlari: Text va Numeric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397764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Types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Belgilar soni qat'iy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VARCHAR(n)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O'zgaruvchan uzunlikda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uzunlikdagi matn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28016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280160"/>
            <a:ext cx="39776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 Types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8348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83480" y="2203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sonlar (5, 123, -7)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8348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83480" y="2752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Juda katta sonlar (9 trilliongacha)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8348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NUMERIC(p,s)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83480" y="3300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Aniqligi yuqori — moliya uchun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8348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/ DOUBLE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83480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sonlar, taxminiy hisob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Ma'lumot turlari: Date/Time va Boshqa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39776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/ Time Types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139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sana (2025-11-01)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615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vaqt (14:30:00)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8712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090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+ vaqt birgalikda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46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+ vaqt + vaqt zonasi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822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4041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oralig'i ('3 days')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128016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1280160"/>
            <a:ext cx="39776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Boshqa muhim turlar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98348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83480" y="2139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8348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83480" y="2615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Unikal identifikator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83480" y="28712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/ JSONB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3090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formatda saqlash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83480" y="3346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8348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ustunda bir nechta qiymat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83480" y="3822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83480" y="4041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Ikkilik (binary) ma'lumotlar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Cheklovlar (Constraints)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3444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satrni noyob aniqlash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325880"/>
            <a:ext cx="4206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443484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SERIAL PRIMARY KEY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98424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984248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Qiymatlar takrorlanmasligi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2075688"/>
            <a:ext cx="4206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2093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 VARCHAR(20) UNIQUE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73405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734056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Maydon bo'sh bo'lmasligi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97680" y="2825496"/>
            <a:ext cx="4206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4434840" y="28437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 TEXT NOT NULL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48386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483864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1520" y="3803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Mantiqiy shartni tekshirish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297680" y="3575304"/>
            <a:ext cx="4206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4434840" y="3593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yosh INT CHECK (yosh &gt;= 0)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23367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4233672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1520" y="4553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Sukutdagi qiymatni belgilash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297680" y="4325112"/>
            <a:ext cx="4206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1"/>
          <p:cNvSpPr/>
          <p:nvPr/>
        </p:nvSpPr>
        <p:spPr>
          <a:xfrm>
            <a:off x="443484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TEXT DEFAULT 'active'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Jadval yaratishning 3 bosqichi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260604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554480"/>
            <a:ext cx="1097280" cy="292608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Oddiy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qanday tip va cheklov yo'q. Xom va ishonchsiz.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3063240"/>
            <a:ext cx="233172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108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mijozlar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id, ism, telefon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37560" y="128016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28016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2"/>
          <p:cNvSpPr/>
          <p:nvPr/>
        </p:nvSpPr>
        <p:spPr>
          <a:xfrm>
            <a:off x="3520440" y="1554480"/>
            <a:ext cx="109728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52044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Yaxshi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52044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type'lar aniqlangan, lekin cheklov yo'q.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0" y="3063240"/>
            <a:ext cx="233172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3108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mijozlar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SERIAL,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ism TEXT,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telefon VARCHAR(20)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0" y="128016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17920" y="1280160"/>
            <a:ext cx="260604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6400800" y="1554480"/>
            <a:ext cx="1097280" cy="292608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Cheklovli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40080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constraint'lar o'rnatilgan. Production-ready.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55080" y="3063240"/>
            <a:ext cx="233172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46520" y="3108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mijozlar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SERIAL PRIMARY KEY,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ism TEXT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telefon VARCHAR(20) UNIQUE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Ma'lumot qo'shish va yangilash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— yangi yozuv qo'shish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mijozlar (ism, telefon, tugilgan_sana)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('Otabek', '+998901234567', '1995-05-12');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— ma'lumotni yangilash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7"/>
          <p:cNvSpPr/>
          <p:nvPr/>
        </p:nvSpPr>
        <p:spPr>
          <a:xfrm>
            <a:off x="640080" y="3456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mijozlar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shahar = 'Samarqand'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1;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434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shartini yozmasangiz, barcha satrlar yangilanadi!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Ma'lumot o'chirish va jadval tashlab yuborish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 — yozuvni o'chirish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mijozlar WHERE id = 1;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57200" y="25603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9748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yozmasangiz barcha ma'lumotlar o'chadi! Bu xavfsizlikning oltin qoidasi.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TABLE — jadvalni butunlay o'chirish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0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mijozlar;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buyruqni ortga qaytarib bo'lmaydi. Avval o'ylab, keyin yuriting!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Xulosa</a:t>
            </a:r>
            <a:endParaRPr lang="en-US" sz="3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 tarixi: qo'lyozmadan SQL, NoSQL va Vector DB gacha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24912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tuzilmasi: ustunlar, satrlar va to'g'ri data type tanlash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1071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44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bazani noto'g'ri ma'lumotdan himoya qilish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96512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344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INSERT, UPDATE, DELETE va DROP buyruqlari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Yaxshi baza — o'zini himoya qila oladigan baza.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Ma'lumotlar Bazasi va PostgreSQL</dc:title>
  <dc:subject>PptxGenJS Presentation</dc:subject>
  <dc:creator>PostgreSQL Course</dc:creator>
  <cp:lastModifiedBy>PostgreSQL Course</cp:lastModifiedBy>
  <cp:revision>1</cp:revision>
  <dcterms:created xsi:type="dcterms:W3CDTF">2026-04-02T05:33:06Z</dcterms:created>
  <dcterms:modified xsi:type="dcterms:W3CDTF">2026-04-02T05:33:06Z</dcterms:modified>
</cp:coreProperties>
</file>